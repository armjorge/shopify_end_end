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00"/>
  </p:normalViewPr>
  <p:slideViewPr>
    <p:cSldViewPr snapToGrid="0">
      <p:cViewPr varScale="1">
        <p:scale>
          <a:sx n="125" d="100"/>
          <a:sy n="125" d="100"/>
        </p:scale>
        <p:origin x="1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00F0C-7802-BE4A-A535-5733059944D0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8CDB5-2C60-0846-8BBC-885ED41000C8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1211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8CDB5-2C60-0846-8BBC-885ED41000C8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541392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40CD-C32D-9AA6-778E-1EB89E9AE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7E768-5B2E-8EDD-C241-E8BEBCF97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F492F-EB1D-4FFC-329B-120ED6CD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563B4-9FE9-A40F-8DD1-60E2DB7A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F110-2C48-1316-0B8F-F15BDB99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89636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2503-6E08-E568-34ED-9FAF388C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CFD3-6BDE-000F-650A-BC3FF792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88DC4-50D4-E702-47E4-DB6C3E1E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ECC11-BF25-88B7-3183-E9447CAB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30625-56D2-5726-EA9E-E40E6CA5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60071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2982-F013-E49D-7D03-924D9C1A8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55D12-EFDD-8C20-D5AF-A2290E3BD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3D5B8-D6EE-57C3-F105-81ACA379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5339A-D37A-5F7F-7AB4-A892ECB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C2051-4378-12BC-3A94-BB09FFF4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1054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844E-E989-E2D0-A440-7199075D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A3A8-29B9-3B10-475B-2ACDD23FB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97E44-EB86-13EA-D5A2-3AEB74EFE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642A6-29FF-1A52-E6DE-512AC67F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66444-D3BA-0D70-195F-B6E979C6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6570A-1265-5229-2F47-697229D5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2401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BC75-D65A-264E-A53B-E910D98FC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4B5C2-2D15-864B-1C43-A04CD9338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42000-3426-AB3E-F845-6DF96A584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10A672-8C31-0B7A-0F54-CC9954919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B20CA-C3A8-65BD-7A55-7D5F489AE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806A4F-0AAD-B4B4-AB19-840E08C1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0DEDF3-D0C0-2EE2-6E46-B58EBCC5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E313A-BBFB-8B44-38C1-7806A2BB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04625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24D0-7C7A-9912-84F6-0EC36991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E2309-7074-BC71-8809-B7CA74E1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33C04-7DBA-90CB-D2C9-328658B1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B5E0A-2797-1D2A-8FCF-ACB83B82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6777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E0B9D-623D-6C50-7BFB-B88BFF19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69F25-B68B-0BE6-367C-1710EDC4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82938-5855-B1A2-A869-47EBD301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87137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7F42-66E8-050D-BA43-BE3DC4C8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B5C2B-3960-2E93-621A-2DA9E7D0C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27EDE-FF0A-C892-65C1-5E31FD560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1026-223A-015F-7231-B99B76A8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21108-A272-5488-3E5C-FD377750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375BF-88F7-235E-C24D-D315E366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9223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3BAB-673E-DCD8-A5A4-9CF69DD1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ACB9C-9FD3-0697-B36E-35C63A5C8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EB560-5861-4AE4-0143-CC82E9153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ED017-CB38-A1A1-F5B0-0FF2E92AA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3A063-7BE1-5F55-1A0F-0A032F4F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3866A-B32B-1D8D-5C57-8549148F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32299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57C9-4175-6777-11C8-0CAD525F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3CADE-8053-030E-F2D3-F8243A403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4B86C-DEAD-E16A-94AD-03C74953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64A28-C0FC-8147-212B-894D6CE0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34EF5-057F-5A84-5973-3C561865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6308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A96053-B458-2CDE-FCEA-2145E63A3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0CA0E-2EB2-C374-A418-18D763EA0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32AE9-5C03-2497-336A-D7CF3D15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2AAA5-5F05-2017-4E63-91BBE7DE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F3E6C-5258-5917-38BC-5A03ED38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1386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11630-D1FD-87ED-AFD2-B6571A12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E7A3-4887-AF64-4307-E68F921EC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F50F6-69AD-33F8-940D-2640537FC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A3E2A-4B89-754F-8406-D8EBE6ACCBBA}" type="datetimeFigureOut">
              <a:rPr lang="en-MX" smtClean="0"/>
              <a:t>14/11/25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643CF-4AFA-1F8E-DA5E-73FE3186E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34507-5579-DF38-2109-5708FD4E8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7614E-62C8-FB49-8C8B-EB253B5E2B5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5340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F18A-B867-FC62-E326-A283406762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X" dirty="0"/>
              <a:t>Administrador de tiendas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CF53C-92AD-8B32-AE49-D05DF0D712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221866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527C-5AF7-F42C-67D4-A595FE48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¿Qué es administrador de tiendas?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11E9-68E4-0FD7-8C18-BE631A72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MX" dirty="0"/>
            </a:br>
            <a:r>
              <a:rPr lang="en-MX" dirty="0"/>
              <a:t>Una herramienta que nos permite operar el ciclo de ventas de múltiples proyectos con una misma infraestructura digital y logística.</a:t>
            </a:r>
          </a:p>
          <a:p>
            <a:pPr marL="0" indent="0">
              <a:buNone/>
            </a:pPr>
            <a:r>
              <a:rPr lang="en-MX" dirty="0"/>
              <a:t>Nos permite control a nivel pieza y lote, con capacidad de detectar pérdida de una sola unidad en cualquier punto del ciclo. </a:t>
            </a:r>
          </a:p>
          <a:p>
            <a:pPr marL="0" indent="0">
              <a:buNone/>
            </a:pPr>
            <a:r>
              <a:rPr lang="en-MX" dirty="0"/>
              <a:t>Al atender la carga administrativa de la operación, nos permite enfocarnos en campañas avanzadas de marketing, conversión, aumento de ticket y desarrollos de nuevos proyectos. </a:t>
            </a:r>
          </a:p>
        </p:txBody>
      </p:sp>
    </p:spTree>
    <p:extLst>
      <p:ext uri="{BB962C8B-B14F-4D97-AF65-F5344CB8AC3E}">
        <p14:creationId xmlns:p14="http://schemas.microsoft.com/office/powerpoint/2010/main" val="291419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854F-717A-725B-4552-ECADD2AD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i="1" dirty="0"/>
              <a:t>Backbone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3A313-1290-D48E-A24C-8C915A344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MX" dirty="0"/>
          </a:p>
        </p:txBody>
      </p:sp>
      <p:pic>
        <p:nvPicPr>
          <p:cNvPr id="1026" name="Picture 2" descr="Qué es un ERP? ¿Qué significa y para qué sirve? | Emiral">
            <a:extLst>
              <a:ext uri="{FF2B5EF4-FFF2-40B4-BE49-F238E27FC236}">
                <a16:creationId xmlns:a16="http://schemas.microsoft.com/office/drawing/2014/main" id="{069A648E-8B35-78B9-B19A-8EA397A81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2579141" cy="247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opify - Plugin de pago gratuito para su tienda en línea">
            <a:extLst>
              <a:ext uri="{FF2B5EF4-FFF2-40B4-BE49-F238E27FC236}">
                <a16:creationId xmlns:a16="http://schemas.microsoft.com/office/drawing/2014/main" id="{F87DAE46-18C2-A3D4-EA8B-9124D99BB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8476" y="2964009"/>
            <a:ext cx="204026" cy="64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hopify - Plugin de pago gratuito para su tienda en línea">
            <a:extLst>
              <a:ext uri="{FF2B5EF4-FFF2-40B4-BE49-F238E27FC236}">
                <a16:creationId xmlns:a16="http://schemas.microsoft.com/office/drawing/2014/main" id="{8DD4EE2F-EFAE-0E4B-7B11-3D81AA3DB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817" y="2691755"/>
            <a:ext cx="1070905" cy="33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hopify - Plugin de pago gratuito para su tienda en línea">
            <a:extLst>
              <a:ext uri="{FF2B5EF4-FFF2-40B4-BE49-F238E27FC236}">
                <a16:creationId xmlns:a16="http://schemas.microsoft.com/office/drawing/2014/main" id="{4B3458F5-EA38-C281-D0B6-D42BA0346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817" y="3087330"/>
            <a:ext cx="1070905" cy="33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ogo of a company&#10;&#10;Description automatically generated">
            <a:extLst>
              <a:ext uri="{FF2B5EF4-FFF2-40B4-BE49-F238E27FC236}">
                <a16:creationId xmlns:a16="http://schemas.microsoft.com/office/drawing/2014/main" id="{175D1121-FC95-B33B-9F82-3F339BB14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817" y="3482905"/>
            <a:ext cx="1070905" cy="383543"/>
          </a:xfrm>
          <a:prstGeom prst="rect">
            <a:avLst/>
          </a:prstGeom>
        </p:spPr>
      </p:pic>
      <p:pic>
        <p:nvPicPr>
          <p:cNvPr id="9" name="Picture 8" descr="A logo of handshake in a circle&#10;&#10;Description automatically generated">
            <a:extLst>
              <a:ext uri="{FF2B5EF4-FFF2-40B4-BE49-F238E27FC236}">
                <a16:creationId xmlns:a16="http://schemas.microsoft.com/office/drawing/2014/main" id="{881A9930-EB9B-E2B7-D676-590C4836F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056" y="3902073"/>
            <a:ext cx="606425" cy="454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1780D0-04D7-5AD2-63E1-E26F891CE06A}"/>
              </a:ext>
            </a:extLst>
          </p:cNvPr>
          <p:cNvSpPr txBox="1"/>
          <p:nvPr/>
        </p:nvSpPr>
        <p:spPr>
          <a:xfrm>
            <a:off x="9608998" y="2382359"/>
            <a:ext cx="2216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dirty="0"/>
              <a:t>FUENTE DE VERDAD</a:t>
            </a:r>
          </a:p>
          <a:p>
            <a:r>
              <a:rPr lang="en-MX" dirty="0"/>
              <a:t>Inventario</a:t>
            </a:r>
          </a:p>
          <a:p>
            <a:r>
              <a:rPr lang="en-MX" dirty="0"/>
              <a:t>Ventas</a:t>
            </a:r>
          </a:p>
          <a:p>
            <a:r>
              <a:rPr lang="en-MX" dirty="0"/>
              <a:t>Compras</a:t>
            </a:r>
          </a:p>
          <a:p>
            <a:r>
              <a:rPr lang="en-MX" dirty="0"/>
              <a:t>Entregas</a:t>
            </a:r>
          </a:p>
        </p:txBody>
      </p:sp>
      <p:pic>
        <p:nvPicPr>
          <p:cNvPr id="1032" name="Picture 8" descr="Evolución i3 - Gestión Eficiente de Inventario con Zoho Inventory">
            <a:extLst>
              <a:ext uri="{FF2B5EF4-FFF2-40B4-BE49-F238E27FC236}">
                <a16:creationId xmlns:a16="http://schemas.microsoft.com/office/drawing/2014/main" id="{B4D8DF24-B8AE-F73D-0DD6-CD118BD51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355" y="4276902"/>
            <a:ext cx="2322786" cy="60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D0338D-C600-E7BF-A9FC-E2EFE3D201D5}"/>
              </a:ext>
            </a:extLst>
          </p:cNvPr>
          <p:cNvSpPr txBox="1"/>
          <p:nvPr/>
        </p:nvSpPr>
        <p:spPr>
          <a:xfrm>
            <a:off x="5300006" y="5192110"/>
            <a:ext cx="3195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/>
              <a:t>Flujo de atención de venta: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Alta cliente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Orden de venta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Asignación de lotes y piezas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Generación de guía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Facturación de ventas.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40F60-CC9B-5BF6-DC7C-87ED313CDE21}"/>
              </a:ext>
            </a:extLst>
          </p:cNvPr>
          <p:cNvSpPr txBox="1"/>
          <p:nvPr/>
        </p:nvSpPr>
        <p:spPr>
          <a:xfrm>
            <a:off x="7648903" y="5192110"/>
            <a:ext cx="3195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/>
              <a:t>Flujo de Inventario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Alta producto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Alta de fabricante</a:t>
            </a:r>
          </a:p>
          <a:p>
            <a:pPr marL="285750" indent="-285750">
              <a:buFontTx/>
              <a:buChar char="-"/>
            </a:pPr>
            <a:r>
              <a:rPr lang="en-MX" sz="1200" dirty="0"/>
              <a:t>Compras de producto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F5F4A861-16D5-AD57-3AB8-397C4529C617}"/>
              </a:ext>
            </a:extLst>
          </p:cNvPr>
          <p:cNvSpPr/>
          <p:nvPr/>
        </p:nvSpPr>
        <p:spPr>
          <a:xfrm>
            <a:off x="3780035" y="2191664"/>
            <a:ext cx="1564640" cy="147732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sz="1100" dirty="0"/>
              <a:t>Algoritmo: </a:t>
            </a:r>
          </a:p>
          <a:p>
            <a:pPr algn="ctr"/>
            <a:r>
              <a:rPr lang="en-MX" sz="1100" dirty="0"/>
              <a:t>Alta producto</a:t>
            </a:r>
          </a:p>
          <a:p>
            <a:pPr algn="ctr"/>
            <a:r>
              <a:rPr lang="en-MX" sz="1100" dirty="0"/>
              <a:t>Baja producto</a:t>
            </a:r>
          </a:p>
          <a:p>
            <a:pPr algn="ctr"/>
            <a:r>
              <a:rPr lang="en-MX" sz="1100" dirty="0"/>
              <a:t>Actualiza nivel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26B9C6-240C-EBBE-8B68-0575244941B3}"/>
              </a:ext>
            </a:extLst>
          </p:cNvPr>
          <p:cNvCxnSpPr>
            <a:stCxn id="1026" idx="1"/>
            <a:endCxn id="13" idx="6"/>
          </p:cNvCxnSpPr>
          <p:nvPr/>
        </p:nvCxnSpPr>
        <p:spPr>
          <a:xfrm flipH="1" flipV="1">
            <a:off x="5344675" y="2930328"/>
            <a:ext cx="7513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nector 16">
            <a:extLst>
              <a:ext uri="{FF2B5EF4-FFF2-40B4-BE49-F238E27FC236}">
                <a16:creationId xmlns:a16="http://schemas.microsoft.com/office/drawing/2014/main" id="{B8D8703D-75CC-9EDC-7D8A-ED4E68D5F120}"/>
              </a:ext>
            </a:extLst>
          </p:cNvPr>
          <p:cNvSpPr/>
          <p:nvPr/>
        </p:nvSpPr>
        <p:spPr>
          <a:xfrm>
            <a:off x="3766361" y="3714782"/>
            <a:ext cx="1564640" cy="147732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sz="1100" dirty="0"/>
              <a:t>Algoritmo: </a:t>
            </a:r>
          </a:p>
          <a:p>
            <a:pPr algn="ctr"/>
            <a:r>
              <a:rPr lang="en-MX" sz="1100" dirty="0"/>
              <a:t>Recaba ventas de cada canal</a:t>
            </a:r>
          </a:p>
          <a:p>
            <a:pPr algn="ctr"/>
            <a:r>
              <a:rPr lang="en-MX" sz="1100" dirty="0"/>
              <a:t>Genera órdenes de venta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CCFA51-DC4C-D345-BA07-A0BF92CC5BDB}"/>
              </a:ext>
            </a:extLst>
          </p:cNvPr>
          <p:cNvCxnSpPr>
            <a:stCxn id="13" idx="2"/>
          </p:cNvCxnSpPr>
          <p:nvPr/>
        </p:nvCxnSpPr>
        <p:spPr>
          <a:xfrm flipH="1">
            <a:off x="2783840" y="2930328"/>
            <a:ext cx="9961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3C6EE7-3969-C8E3-4728-8294ED477088}"/>
              </a:ext>
            </a:extLst>
          </p:cNvPr>
          <p:cNvCxnSpPr/>
          <p:nvPr/>
        </p:nvCxnSpPr>
        <p:spPr>
          <a:xfrm>
            <a:off x="2438400" y="4129482"/>
            <a:ext cx="1198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A39690-62C4-557F-302F-4C1B4D3C5359}"/>
              </a:ext>
            </a:extLst>
          </p:cNvPr>
          <p:cNvCxnSpPr>
            <a:stCxn id="17" idx="6"/>
          </p:cNvCxnSpPr>
          <p:nvPr/>
        </p:nvCxnSpPr>
        <p:spPr>
          <a:xfrm flipV="1">
            <a:off x="5331001" y="3902073"/>
            <a:ext cx="1455879" cy="551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738622-5B8F-4F3A-D6FF-1444E53788E1}"/>
              </a:ext>
            </a:extLst>
          </p:cNvPr>
          <p:cNvSpPr txBox="1"/>
          <p:nvPr/>
        </p:nvSpPr>
        <p:spPr>
          <a:xfrm>
            <a:off x="1537903" y="5922858"/>
            <a:ext cx="1771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dirty="0"/>
              <a:t>Otros canales</a:t>
            </a:r>
          </a:p>
          <a:p>
            <a:r>
              <a:rPr lang="en-MX" dirty="0"/>
              <a:t>Puntos de venta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C70B57-BD66-FEDB-E875-E8E14857CA2D}"/>
              </a:ext>
            </a:extLst>
          </p:cNvPr>
          <p:cNvCxnSpPr/>
          <p:nvPr/>
        </p:nvCxnSpPr>
        <p:spPr>
          <a:xfrm flipV="1">
            <a:off x="3383280" y="4169969"/>
            <a:ext cx="3180080" cy="2066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79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A5106-D1B7-2137-4CB4-27F556F37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¿Cómo nos subimos al barco 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311BB-EB60-4060-561C-6BF15FAB8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X" dirty="0"/>
              <a:t>Operación de la cadena de suministro por IA </a:t>
            </a:r>
          </a:p>
        </p:txBody>
      </p:sp>
      <p:pic>
        <p:nvPicPr>
          <p:cNvPr id="4" name="Content Placeholder 4" descr="A diagram of a supply chain management&#10;&#10;Description automatically generated">
            <a:extLst>
              <a:ext uri="{FF2B5EF4-FFF2-40B4-BE49-F238E27FC236}">
                <a16:creationId xmlns:a16="http://schemas.microsoft.com/office/drawing/2014/main" id="{0D970A90-FA77-DF25-3327-A63E9623F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698" y="2480109"/>
            <a:ext cx="4304603" cy="401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8D2A-881B-C8F5-D2D7-2CD614EB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Puntos que atender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1F6D1-3808-43C5-9465-0E8CF0296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X" dirty="0"/>
              <a:t>Definir nombre, dominio y tienda.</a:t>
            </a:r>
          </a:p>
          <a:p>
            <a:r>
              <a:rPr lang="en-MX" dirty="0"/>
              <a:t>Suscripciones shopify </a:t>
            </a:r>
          </a:p>
          <a:p>
            <a:r>
              <a:rPr lang="en-MX" dirty="0"/>
              <a:t>Suscripción zoho </a:t>
            </a:r>
          </a:p>
          <a:p>
            <a:r>
              <a:rPr lang="en-MX" dirty="0"/>
              <a:t>Alta de productos </a:t>
            </a:r>
          </a:p>
          <a:p>
            <a:r>
              <a:rPr lang="en-MX" dirty="0"/>
              <a:t>Alta de RFC facturador</a:t>
            </a:r>
          </a:p>
          <a:p>
            <a:r>
              <a:rPr lang="en-MX" dirty="0"/>
              <a:t>Github</a:t>
            </a:r>
          </a:p>
          <a:p>
            <a:pPr marL="0" indent="0">
              <a:buNone/>
            </a:pPr>
            <a:endParaRPr lang="en-MX" dirty="0"/>
          </a:p>
        </p:txBody>
      </p:sp>
      <p:pic>
        <p:nvPicPr>
          <p:cNvPr id="5" name="Picture 4" descr="A screenshot of a website&#10;&#10;Description automatically generated">
            <a:extLst>
              <a:ext uri="{FF2B5EF4-FFF2-40B4-BE49-F238E27FC236}">
                <a16:creationId xmlns:a16="http://schemas.microsoft.com/office/drawing/2014/main" id="{5411731D-01BB-8CBD-962C-D2620646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795" y="681037"/>
            <a:ext cx="4843424" cy="3018896"/>
          </a:xfrm>
          <a:prstGeom prst="rect">
            <a:avLst/>
          </a:prstGeom>
        </p:spPr>
      </p:pic>
      <p:pic>
        <p:nvPicPr>
          <p:cNvPr id="6" name="Picture 5" descr="Screens screenshot of a phone&#10;&#10;Description automatically generated">
            <a:extLst>
              <a:ext uri="{FF2B5EF4-FFF2-40B4-BE49-F238E27FC236}">
                <a16:creationId xmlns:a16="http://schemas.microsoft.com/office/drawing/2014/main" id="{BB6235C7-60C6-71C2-0ED4-BD973FFA4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795" y="4015845"/>
            <a:ext cx="5188387" cy="251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46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1586-C713-0C5E-8645-00DB3545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8329C-B74B-CC4D-0E66-0E40A48C3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effectLst/>
                <a:latin typeface="Aptos" panose="020B0004020202020204" pitchFamily="34" charset="0"/>
              </a:rPr>
              <a:t>Tiendas </a:t>
            </a:r>
            <a:r>
              <a:rPr lang="en-US" b="0" dirty="0" err="1">
                <a:effectLst/>
                <a:latin typeface="Aptos" panose="020B0004020202020204" pitchFamily="34" charset="0"/>
              </a:rPr>
              <a:t>shopify</a:t>
            </a:r>
            <a:endParaRPr lang="en-US" b="0" dirty="0">
              <a:effectLst/>
              <a:latin typeface="Aptos" panose="020B0004020202020204" pitchFamily="34" charset="0"/>
            </a:endParaRPr>
          </a:p>
          <a:p>
            <a:r>
              <a:rPr lang="en-US" b="0" dirty="0">
                <a:effectLst/>
                <a:latin typeface="Aptos" panose="020B0004020202020204" pitchFamily="34" charset="0"/>
              </a:rPr>
              <a:t>0u00u1-my.myshopify.com</a:t>
            </a:r>
            <a:r>
              <a:rPr lang="en-MX" b="0" dirty="0">
                <a:effectLst/>
                <a:latin typeface="Aptos" panose="020B0004020202020204" pitchFamily="34" charset="0"/>
              </a:rPr>
              <a:t> contraseña: </a:t>
            </a:r>
            <a:r>
              <a:rPr lang="en-US" b="0" dirty="0" err="1">
                <a:effectLst/>
                <a:latin typeface="Aptos" panose="020B0004020202020204" pitchFamily="34" charset="0"/>
              </a:rPr>
              <a:t>test_store</a:t>
            </a:r>
            <a:endParaRPr lang="en-US" b="0" dirty="0">
              <a:effectLst/>
              <a:latin typeface="Aptos" panose="020B0004020202020204" pitchFamily="34" charset="0"/>
            </a:endParaRPr>
          </a:p>
          <a:p>
            <a:r>
              <a:rPr lang="en-US" b="0" dirty="0">
                <a:effectLst/>
                <a:latin typeface="Aptos" panose="020B0004020202020204" pitchFamily="34" charset="0"/>
              </a:rPr>
              <a:t>managed-store-2.myshopify.com </a:t>
            </a:r>
            <a:r>
              <a:rPr lang="en-US" b="0" dirty="0" err="1">
                <a:effectLst/>
                <a:latin typeface="Aptos" panose="020B0004020202020204" pitchFamily="34" charset="0"/>
              </a:rPr>
              <a:t>contraseña</a:t>
            </a:r>
            <a:r>
              <a:rPr lang="en-US" b="0" dirty="0">
                <a:effectLst/>
                <a:latin typeface="Aptos" panose="020B0004020202020204" pitchFamily="34" charset="0"/>
              </a:rPr>
              <a:t>: </a:t>
            </a:r>
            <a:r>
              <a:rPr lang="en-US" b="0" dirty="0" err="1">
                <a:effectLst/>
                <a:latin typeface="Aptos" panose="020B0004020202020204" pitchFamily="34" charset="0"/>
              </a:rPr>
              <a:t>openingsoon</a:t>
            </a:r>
            <a:endParaRPr lang="en-US" b="0" dirty="0">
              <a:effectLst/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0" dirty="0" err="1">
                <a:effectLst/>
                <a:latin typeface="Aptos" panose="020B0004020202020204" pitchFamily="34" charset="0"/>
              </a:rPr>
              <a:t>Zoho</a:t>
            </a:r>
            <a:r>
              <a:rPr lang="en-US" b="0" dirty="0">
                <a:effectLst/>
                <a:latin typeface="Aptos" panose="020B0004020202020204" pitchFamily="34" charset="0"/>
              </a:rPr>
              <a:t> Inventory: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Aptos" panose="020B0004020202020204" pitchFamily="34" charset="0"/>
              </a:rPr>
              <a:t>https://</a:t>
            </a:r>
            <a:r>
              <a:rPr lang="en-US" b="0" dirty="0" err="1">
                <a:effectLst/>
                <a:latin typeface="Aptos" panose="020B0004020202020204" pitchFamily="34" charset="0"/>
              </a:rPr>
              <a:t>www.zoho.com</a:t>
            </a:r>
            <a:r>
              <a:rPr lang="en-US" b="0" dirty="0">
                <a:effectLst/>
                <a:latin typeface="Aptos" panose="020B0004020202020204" pitchFamily="34" charset="0"/>
              </a:rPr>
              <a:t>/es-mx/inventory/inventory-control-system/</a:t>
            </a:r>
          </a:p>
          <a:p>
            <a:endParaRPr lang="en-MX" b="0" dirty="0">
              <a:effectLst/>
              <a:latin typeface="Aptos" panose="020B0004020202020204" pitchFamily="34" charset="0"/>
            </a:endParaRPr>
          </a:p>
          <a:p>
            <a:endParaRPr lang="en-US" b="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9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229</Words>
  <Application>Microsoft Macintosh PowerPoint</Application>
  <PresentationFormat>Widescreen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Administrador de tiendas</vt:lpstr>
      <vt:lpstr>¿Qué es administrador de tiendas?  </vt:lpstr>
      <vt:lpstr>Backbone</vt:lpstr>
      <vt:lpstr>¿Cómo nos subimos al barco IA?</vt:lpstr>
      <vt:lpstr>Puntos que atender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Armando Cuaxospa Jiménez</dc:creator>
  <cp:lastModifiedBy>Jorge Armando Cuaxospa Jiménez</cp:lastModifiedBy>
  <cp:revision>14</cp:revision>
  <dcterms:created xsi:type="dcterms:W3CDTF">2025-11-14T16:52:09Z</dcterms:created>
  <dcterms:modified xsi:type="dcterms:W3CDTF">2025-11-14T17:46:32Z</dcterms:modified>
</cp:coreProperties>
</file>